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BCE06B-F4E8-4135-8DE2-5490B58F9D36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8C01F0-10B8-4547-9088-16EF7444FE33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Data Generation</a:t>
          </a:r>
        </a:p>
      </dgm:t>
    </dgm:pt>
    <dgm:pt modelId="{CB2DFBDF-1885-40D8-A7D1-9D249C94B1F6}" type="parTrans" cxnId="{D4C56B1D-E8DA-4F3E-AA75-A64DE3D3F5CE}">
      <dgm:prSet/>
      <dgm:spPr/>
      <dgm:t>
        <a:bodyPr/>
        <a:lstStyle/>
        <a:p>
          <a:endParaRPr lang="en-US"/>
        </a:p>
      </dgm:t>
    </dgm:pt>
    <dgm:pt modelId="{30CEB2E6-CECB-4695-9A29-648B088EFF4C}" type="sibTrans" cxnId="{D4C56B1D-E8DA-4F3E-AA75-A64DE3D3F5CE}">
      <dgm:prSet/>
      <dgm:spPr/>
      <dgm:t>
        <a:bodyPr/>
        <a:lstStyle/>
        <a:p>
          <a:endParaRPr lang="en-US"/>
        </a:p>
      </dgm:t>
    </dgm:pt>
    <dgm:pt modelId="{6027FAFB-A10A-4825-8E29-DAE4EDB0A5E3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Simulator- Unity</a:t>
          </a:r>
        </a:p>
      </dgm:t>
    </dgm:pt>
    <dgm:pt modelId="{04906D28-CB30-474B-8C94-C8D0830FFEBB}" type="parTrans" cxnId="{D592C306-9BB4-47D8-8FD9-08BACE9E212B}">
      <dgm:prSet/>
      <dgm:spPr/>
      <dgm:t>
        <a:bodyPr/>
        <a:lstStyle/>
        <a:p>
          <a:endParaRPr lang="en-US"/>
        </a:p>
      </dgm:t>
    </dgm:pt>
    <dgm:pt modelId="{76713D81-2556-4CE7-9AFD-61986418909F}" type="sibTrans" cxnId="{D592C306-9BB4-47D8-8FD9-08BACE9E212B}">
      <dgm:prSet/>
      <dgm:spPr/>
      <dgm:t>
        <a:bodyPr/>
        <a:lstStyle/>
        <a:p>
          <a:endParaRPr lang="en-US"/>
        </a:p>
      </dgm:t>
    </dgm:pt>
    <dgm:pt modelId="{4C82A9CE-2FC9-410B-8A3E-9FAF6941FB6E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Description</a:t>
          </a:r>
        </a:p>
      </dgm:t>
    </dgm:pt>
    <dgm:pt modelId="{38D41719-6302-45CB-94EB-F0D31DE71161}" type="parTrans" cxnId="{D1C8933F-F779-4596-9B31-A596695CE8E3}">
      <dgm:prSet/>
      <dgm:spPr/>
      <dgm:t>
        <a:bodyPr/>
        <a:lstStyle/>
        <a:p>
          <a:endParaRPr lang="en-US"/>
        </a:p>
      </dgm:t>
    </dgm:pt>
    <dgm:pt modelId="{C68FCF48-FA1A-4F16-9E0D-680E9D9F3F88}" type="sibTrans" cxnId="{D1C8933F-F779-4596-9B31-A596695CE8E3}">
      <dgm:prSet/>
      <dgm:spPr/>
      <dgm:t>
        <a:bodyPr/>
        <a:lstStyle/>
        <a:p>
          <a:endParaRPr lang="en-US"/>
        </a:p>
      </dgm:t>
    </dgm:pt>
    <dgm:pt modelId="{7E6ADC7F-3F18-49EB-AEB4-297D1228559D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3002 non-rotation and 5236 images with rotation</a:t>
          </a:r>
        </a:p>
      </dgm:t>
    </dgm:pt>
    <dgm:pt modelId="{1A67DEE0-B9AB-4A68-A52C-4AB3B89E8F7F}" type="parTrans" cxnId="{AB01D5F9-68A5-4C72-AFA4-2CFCC48E5F39}">
      <dgm:prSet/>
      <dgm:spPr/>
      <dgm:t>
        <a:bodyPr/>
        <a:lstStyle/>
        <a:p>
          <a:endParaRPr lang="en-US"/>
        </a:p>
      </dgm:t>
    </dgm:pt>
    <dgm:pt modelId="{C9B05709-5468-4F07-A3FE-9C3C8F4DC2E3}" type="sibTrans" cxnId="{AB01D5F9-68A5-4C72-AFA4-2CFCC48E5F39}">
      <dgm:prSet/>
      <dgm:spPr/>
      <dgm:t>
        <a:bodyPr/>
        <a:lstStyle/>
        <a:p>
          <a:endParaRPr lang="en-US"/>
        </a:p>
      </dgm:t>
    </dgm:pt>
    <dgm:pt modelId="{FB9D779E-DE5F-4C83-BC9F-9F74E90319EA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Pre-processing</a:t>
          </a:r>
        </a:p>
      </dgm:t>
    </dgm:pt>
    <dgm:pt modelId="{FB7C3CEC-FFA7-4E10-9BD6-3D347EDF440B}" type="parTrans" cxnId="{5BB2269F-0F0B-41BA-9766-726F4DC5DF2B}">
      <dgm:prSet/>
      <dgm:spPr/>
      <dgm:t>
        <a:bodyPr/>
        <a:lstStyle/>
        <a:p>
          <a:endParaRPr lang="en-US"/>
        </a:p>
      </dgm:t>
    </dgm:pt>
    <dgm:pt modelId="{97BA18C8-0652-48D4-8470-F57F3341891F}" type="sibTrans" cxnId="{5BB2269F-0F0B-41BA-9766-726F4DC5DF2B}">
      <dgm:prSet/>
      <dgm:spPr/>
      <dgm:t>
        <a:bodyPr/>
        <a:lstStyle/>
        <a:p>
          <a:endParaRPr lang="en-US"/>
        </a:p>
      </dgm:t>
    </dgm:pt>
    <dgm:pt modelId="{1CD3D460-59A6-4840-9574-36D7CB6613C8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Normalization with mean and standard deviation</a:t>
          </a:r>
        </a:p>
      </dgm:t>
    </dgm:pt>
    <dgm:pt modelId="{D9E8C3F9-341B-479E-9C31-35B5D1A5837A}" type="parTrans" cxnId="{A89AB9F0-2670-4CFC-97F9-70D14849071F}">
      <dgm:prSet/>
      <dgm:spPr/>
      <dgm:t>
        <a:bodyPr/>
        <a:lstStyle/>
        <a:p>
          <a:endParaRPr lang="en-US"/>
        </a:p>
      </dgm:t>
    </dgm:pt>
    <dgm:pt modelId="{06930D9E-DB56-492C-AE2F-2DDFC8BDCA57}" type="sibTrans" cxnId="{A89AB9F0-2670-4CFC-97F9-70D14849071F}">
      <dgm:prSet/>
      <dgm:spPr/>
      <dgm:t>
        <a:bodyPr/>
        <a:lstStyle/>
        <a:p>
          <a:endParaRPr lang="en-US"/>
        </a:p>
      </dgm:t>
    </dgm:pt>
    <dgm:pt modelId="{E3DF537E-A116-4F70-8AC6-D1F0F650477D}">
      <dgm:prSet phldrT="[Text]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1594E33-AD9F-4DC9-9DBF-4BF8225E3EF8}" type="parTrans" cxnId="{10FDBC00-5524-4D0B-BC26-6ECD8B5AC988}">
      <dgm:prSet/>
      <dgm:spPr/>
      <dgm:t>
        <a:bodyPr/>
        <a:lstStyle/>
        <a:p>
          <a:endParaRPr lang="en-US"/>
        </a:p>
      </dgm:t>
    </dgm:pt>
    <dgm:pt modelId="{E104A968-BA73-4951-9C96-FE0D58B485DE}" type="sibTrans" cxnId="{10FDBC00-5524-4D0B-BC26-6ECD8B5AC988}">
      <dgm:prSet/>
      <dgm:spPr/>
      <dgm:t>
        <a:bodyPr/>
        <a:lstStyle/>
        <a:p>
          <a:endParaRPr lang="en-US"/>
        </a:p>
      </dgm:t>
    </dgm:pt>
    <dgm:pt modelId="{94D9B179-E2DA-4AF5-A651-A755838E3675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Labels are of the form: x, y, z, Ɵ (relative to camera)</a:t>
          </a:r>
        </a:p>
      </dgm:t>
    </dgm:pt>
    <dgm:pt modelId="{4C03B089-35E7-4BF8-AFFE-E907402429A5}" type="parTrans" cxnId="{CDBB2E31-AB5C-4B35-B97A-9E291A36882A}">
      <dgm:prSet/>
      <dgm:spPr/>
      <dgm:t>
        <a:bodyPr/>
        <a:lstStyle/>
        <a:p>
          <a:endParaRPr lang="en-US"/>
        </a:p>
      </dgm:t>
    </dgm:pt>
    <dgm:pt modelId="{038F8727-3D94-4759-B1FA-F3F04DF283D9}" type="sibTrans" cxnId="{CDBB2E31-AB5C-4B35-B97A-9E291A36882A}">
      <dgm:prSet/>
      <dgm:spPr/>
      <dgm:t>
        <a:bodyPr/>
        <a:lstStyle/>
        <a:p>
          <a:endParaRPr lang="en-US"/>
        </a:p>
      </dgm:t>
    </dgm:pt>
    <dgm:pt modelId="{96BCF8D4-2AB4-4C0C-B334-0EFAEBD8C55B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All images of shape [360, 640] with RGB channels</a:t>
          </a:r>
        </a:p>
      </dgm:t>
    </dgm:pt>
    <dgm:pt modelId="{1C3492EA-F5CF-4AD3-833F-3CD9D431CF8D}" type="parTrans" cxnId="{B55B5690-A68B-44F1-8DF6-7A06AE600E54}">
      <dgm:prSet/>
      <dgm:spPr/>
      <dgm:t>
        <a:bodyPr/>
        <a:lstStyle/>
        <a:p>
          <a:endParaRPr lang="en-US"/>
        </a:p>
      </dgm:t>
    </dgm:pt>
    <dgm:pt modelId="{B67C3F4C-029C-4CD3-B15C-1286DA8557DE}" type="sibTrans" cxnId="{B55B5690-A68B-44F1-8DF6-7A06AE600E54}">
      <dgm:prSet/>
      <dgm:spPr/>
      <dgm:t>
        <a:bodyPr/>
        <a:lstStyle/>
        <a:p>
          <a:endParaRPr lang="en-US"/>
        </a:p>
      </dgm:t>
    </dgm:pt>
    <dgm:pt modelId="{B5FF3550-6410-4CB9-88B5-463537DF90C2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Augmentation in the form of contrast variations</a:t>
          </a:r>
        </a:p>
      </dgm:t>
    </dgm:pt>
    <dgm:pt modelId="{590873CF-B368-4826-B084-58FDA21F6451}" type="parTrans" cxnId="{ABBECF49-78EA-4465-A505-B84EF42E82F6}">
      <dgm:prSet/>
      <dgm:spPr/>
      <dgm:t>
        <a:bodyPr/>
        <a:lstStyle/>
        <a:p>
          <a:endParaRPr lang="en-US"/>
        </a:p>
      </dgm:t>
    </dgm:pt>
    <dgm:pt modelId="{AA8A28B6-C316-4408-B3EC-49FEC8F14103}" type="sibTrans" cxnId="{ABBECF49-78EA-4465-A505-B84EF42E82F6}">
      <dgm:prSet/>
      <dgm:spPr/>
      <dgm:t>
        <a:bodyPr/>
        <a:lstStyle/>
        <a:p>
          <a:endParaRPr lang="en-US"/>
        </a:p>
      </dgm:t>
    </dgm:pt>
    <dgm:pt modelId="{CE57289D-E447-441B-BA6E-59F92ABED480}" type="pres">
      <dgm:prSet presAssocID="{F2BCE06B-F4E8-4135-8DE2-5490B58F9D36}" presName="Name0" presStyleCnt="0">
        <dgm:presLayoutVars>
          <dgm:dir/>
          <dgm:animLvl val="lvl"/>
          <dgm:resizeHandles val="exact"/>
        </dgm:presLayoutVars>
      </dgm:prSet>
      <dgm:spPr/>
    </dgm:pt>
    <dgm:pt modelId="{FF410051-7D93-4B9B-BF99-9C2D402372A2}" type="pres">
      <dgm:prSet presAssocID="{9A8C01F0-10B8-4547-9088-16EF7444FE33}" presName="linNode" presStyleCnt="0"/>
      <dgm:spPr/>
    </dgm:pt>
    <dgm:pt modelId="{5E68DD5B-F94B-4CBE-8C34-028ABDD0F227}" type="pres">
      <dgm:prSet presAssocID="{9A8C01F0-10B8-4547-9088-16EF7444FE33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A7759828-CEB5-4AA0-BE26-D594A29B4360}" type="pres">
      <dgm:prSet presAssocID="{9A8C01F0-10B8-4547-9088-16EF7444FE33}" presName="descendantText" presStyleLbl="alignAccFollowNode1" presStyleIdx="0" presStyleCnt="3">
        <dgm:presLayoutVars>
          <dgm:bulletEnabled val="1"/>
        </dgm:presLayoutVars>
      </dgm:prSet>
      <dgm:spPr/>
    </dgm:pt>
    <dgm:pt modelId="{95CAA33F-BEEF-4F87-9899-FCDB1CD05EAE}" type="pres">
      <dgm:prSet presAssocID="{30CEB2E6-CECB-4695-9A29-648B088EFF4C}" presName="sp" presStyleCnt="0"/>
      <dgm:spPr/>
    </dgm:pt>
    <dgm:pt modelId="{E96753C1-A989-4A5D-A829-3C8FCCF20C8B}" type="pres">
      <dgm:prSet presAssocID="{4C82A9CE-2FC9-410B-8A3E-9FAF6941FB6E}" presName="linNode" presStyleCnt="0"/>
      <dgm:spPr/>
    </dgm:pt>
    <dgm:pt modelId="{78A9B5E4-4BBB-473D-8EE8-CED438C41A11}" type="pres">
      <dgm:prSet presAssocID="{4C82A9CE-2FC9-410B-8A3E-9FAF6941FB6E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25433602-53AC-4DCB-ABD9-8EAC44222CF7}" type="pres">
      <dgm:prSet presAssocID="{4C82A9CE-2FC9-410B-8A3E-9FAF6941FB6E}" presName="descendantText" presStyleLbl="alignAccFollowNode1" presStyleIdx="1" presStyleCnt="3">
        <dgm:presLayoutVars>
          <dgm:bulletEnabled val="1"/>
        </dgm:presLayoutVars>
      </dgm:prSet>
      <dgm:spPr/>
    </dgm:pt>
    <dgm:pt modelId="{D47B3D1B-5A36-46AA-ADBF-81DD63017FAA}" type="pres">
      <dgm:prSet presAssocID="{C68FCF48-FA1A-4F16-9E0D-680E9D9F3F88}" presName="sp" presStyleCnt="0"/>
      <dgm:spPr/>
    </dgm:pt>
    <dgm:pt modelId="{988F9860-E21B-48E0-9E67-C4625845BA31}" type="pres">
      <dgm:prSet presAssocID="{FB9D779E-DE5F-4C83-BC9F-9F74E90319EA}" presName="linNode" presStyleCnt="0"/>
      <dgm:spPr/>
    </dgm:pt>
    <dgm:pt modelId="{07F290DA-0E73-4318-8540-13589875E44B}" type="pres">
      <dgm:prSet presAssocID="{FB9D779E-DE5F-4C83-BC9F-9F74E90319EA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91B14993-5CAC-4FF0-A676-047D7AF21BF8}" type="pres">
      <dgm:prSet presAssocID="{FB9D779E-DE5F-4C83-BC9F-9F74E90319EA}" presName="descendantText" presStyleLbl="alignAccFollowNode1" presStyleIdx="2" presStyleCnt="3" custLinFactNeighborY="0">
        <dgm:presLayoutVars>
          <dgm:bulletEnabled val="1"/>
        </dgm:presLayoutVars>
      </dgm:prSet>
      <dgm:spPr/>
    </dgm:pt>
  </dgm:ptLst>
  <dgm:cxnLst>
    <dgm:cxn modelId="{10FDBC00-5524-4D0B-BC26-6ECD8B5AC988}" srcId="{FB9D779E-DE5F-4C83-BC9F-9F74E90319EA}" destId="{E3DF537E-A116-4F70-8AC6-D1F0F650477D}" srcOrd="2" destOrd="0" parTransId="{81594E33-AD9F-4DC9-9DBF-4BF8225E3EF8}" sibTransId="{E104A968-BA73-4951-9C96-FE0D58B485DE}"/>
    <dgm:cxn modelId="{D592C306-9BB4-47D8-8FD9-08BACE9E212B}" srcId="{9A8C01F0-10B8-4547-9088-16EF7444FE33}" destId="{6027FAFB-A10A-4825-8E29-DAE4EDB0A5E3}" srcOrd="0" destOrd="0" parTransId="{04906D28-CB30-474B-8C94-C8D0830FFEBB}" sibTransId="{76713D81-2556-4CE7-9AFD-61986418909F}"/>
    <dgm:cxn modelId="{D4C56B1D-E8DA-4F3E-AA75-A64DE3D3F5CE}" srcId="{F2BCE06B-F4E8-4135-8DE2-5490B58F9D36}" destId="{9A8C01F0-10B8-4547-9088-16EF7444FE33}" srcOrd="0" destOrd="0" parTransId="{CB2DFBDF-1885-40D8-A7D1-9D249C94B1F6}" sibTransId="{30CEB2E6-CECB-4695-9A29-648B088EFF4C}"/>
    <dgm:cxn modelId="{D482A11D-4877-4C35-A7F5-522F0401D14B}" type="presOf" srcId="{4C82A9CE-2FC9-410B-8A3E-9FAF6941FB6E}" destId="{78A9B5E4-4BBB-473D-8EE8-CED438C41A11}" srcOrd="0" destOrd="0" presId="urn:microsoft.com/office/officeart/2005/8/layout/vList5"/>
    <dgm:cxn modelId="{CDBB2E31-AB5C-4B35-B97A-9E291A36882A}" srcId="{4C82A9CE-2FC9-410B-8A3E-9FAF6941FB6E}" destId="{94D9B179-E2DA-4AF5-A651-A755838E3675}" srcOrd="1" destOrd="0" parTransId="{4C03B089-35E7-4BF8-AFFE-E907402429A5}" sibTransId="{038F8727-3D94-4759-B1FA-F3F04DF283D9}"/>
    <dgm:cxn modelId="{8F14A735-F4C2-41B5-BB59-E95CBBA15BCF}" type="presOf" srcId="{6027FAFB-A10A-4825-8E29-DAE4EDB0A5E3}" destId="{A7759828-CEB5-4AA0-BE26-D594A29B4360}" srcOrd="0" destOrd="0" presId="urn:microsoft.com/office/officeart/2005/8/layout/vList5"/>
    <dgm:cxn modelId="{D1C8933F-F779-4596-9B31-A596695CE8E3}" srcId="{F2BCE06B-F4E8-4135-8DE2-5490B58F9D36}" destId="{4C82A9CE-2FC9-410B-8A3E-9FAF6941FB6E}" srcOrd="1" destOrd="0" parTransId="{38D41719-6302-45CB-94EB-F0D31DE71161}" sibTransId="{C68FCF48-FA1A-4F16-9E0D-680E9D9F3F88}"/>
    <dgm:cxn modelId="{2589815D-779E-4765-BE44-FB5767628744}" type="presOf" srcId="{7E6ADC7F-3F18-49EB-AEB4-297D1228559D}" destId="{25433602-53AC-4DCB-ABD9-8EAC44222CF7}" srcOrd="0" destOrd="0" presId="urn:microsoft.com/office/officeart/2005/8/layout/vList5"/>
    <dgm:cxn modelId="{81055063-2B0E-49D2-9929-57FEC079F33A}" type="presOf" srcId="{E3DF537E-A116-4F70-8AC6-D1F0F650477D}" destId="{91B14993-5CAC-4FF0-A676-047D7AF21BF8}" srcOrd="0" destOrd="2" presId="urn:microsoft.com/office/officeart/2005/8/layout/vList5"/>
    <dgm:cxn modelId="{ABBECF49-78EA-4465-A505-B84EF42E82F6}" srcId="{FB9D779E-DE5F-4C83-BC9F-9F74E90319EA}" destId="{B5FF3550-6410-4CB9-88B5-463537DF90C2}" srcOrd="1" destOrd="0" parTransId="{590873CF-B368-4826-B084-58FDA21F6451}" sibTransId="{AA8A28B6-C316-4408-B3EC-49FEC8F14103}"/>
    <dgm:cxn modelId="{09C3EB49-59E7-49B9-BA45-6332B3D31DE0}" type="presOf" srcId="{B5FF3550-6410-4CB9-88B5-463537DF90C2}" destId="{91B14993-5CAC-4FF0-A676-047D7AF21BF8}" srcOrd="0" destOrd="1" presId="urn:microsoft.com/office/officeart/2005/8/layout/vList5"/>
    <dgm:cxn modelId="{202F0A7A-E089-40D0-8E39-77519947E556}" type="presOf" srcId="{9A8C01F0-10B8-4547-9088-16EF7444FE33}" destId="{5E68DD5B-F94B-4CBE-8C34-028ABDD0F227}" srcOrd="0" destOrd="0" presId="urn:microsoft.com/office/officeart/2005/8/layout/vList5"/>
    <dgm:cxn modelId="{D3944E86-F809-4D54-B05C-308F299C5089}" type="presOf" srcId="{96BCF8D4-2AB4-4C0C-B334-0EFAEBD8C55B}" destId="{A7759828-CEB5-4AA0-BE26-D594A29B4360}" srcOrd="0" destOrd="1" presId="urn:microsoft.com/office/officeart/2005/8/layout/vList5"/>
    <dgm:cxn modelId="{B55B5690-A68B-44F1-8DF6-7A06AE600E54}" srcId="{9A8C01F0-10B8-4547-9088-16EF7444FE33}" destId="{96BCF8D4-2AB4-4C0C-B334-0EFAEBD8C55B}" srcOrd="1" destOrd="0" parTransId="{1C3492EA-F5CF-4AD3-833F-3CD9D431CF8D}" sibTransId="{B67C3F4C-029C-4CD3-B15C-1286DA8557DE}"/>
    <dgm:cxn modelId="{5BB2269F-0F0B-41BA-9766-726F4DC5DF2B}" srcId="{F2BCE06B-F4E8-4135-8DE2-5490B58F9D36}" destId="{FB9D779E-DE5F-4C83-BC9F-9F74E90319EA}" srcOrd="2" destOrd="0" parTransId="{FB7C3CEC-FFA7-4E10-9BD6-3D347EDF440B}" sibTransId="{97BA18C8-0652-48D4-8470-F57F3341891F}"/>
    <dgm:cxn modelId="{5663A8CA-22C5-4AF4-9E44-7480F2C75DD9}" type="presOf" srcId="{1CD3D460-59A6-4840-9574-36D7CB6613C8}" destId="{91B14993-5CAC-4FF0-A676-047D7AF21BF8}" srcOrd="0" destOrd="0" presId="urn:microsoft.com/office/officeart/2005/8/layout/vList5"/>
    <dgm:cxn modelId="{02EBBEEA-6774-4A69-AD4B-B5A66E2F2786}" type="presOf" srcId="{FB9D779E-DE5F-4C83-BC9F-9F74E90319EA}" destId="{07F290DA-0E73-4318-8540-13589875E44B}" srcOrd="0" destOrd="0" presId="urn:microsoft.com/office/officeart/2005/8/layout/vList5"/>
    <dgm:cxn modelId="{A89AB9F0-2670-4CFC-97F9-70D14849071F}" srcId="{FB9D779E-DE5F-4C83-BC9F-9F74E90319EA}" destId="{1CD3D460-59A6-4840-9574-36D7CB6613C8}" srcOrd="0" destOrd="0" parTransId="{D9E8C3F9-341B-479E-9C31-35B5D1A5837A}" sibTransId="{06930D9E-DB56-492C-AE2F-2DDFC8BDCA57}"/>
    <dgm:cxn modelId="{ECC00CF9-80A9-4AF3-9B3F-A09266B07299}" type="presOf" srcId="{94D9B179-E2DA-4AF5-A651-A755838E3675}" destId="{25433602-53AC-4DCB-ABD9-8EAC44222CF7}" srcOrd="0" destOrd="1" presId="urn:microsoft.com/office/officeart/2005/8/layout/vList5"/>
    <dgm:cxn modelId="{AB01D5F9-68A5-4C72-AFA4-2CFCC48E5F39}" srcId="{4C82A9CE-2FC9-410B-8A3E-9FAF6941FB6E}" destId="{7E6ADC7F-3F18-49EB-AEB4-297D1228559D}" srcOrd="0" destOrd="0" parTransId="{1A67DEE0-B9AB-4A68-A52C-4AB3B89E8F7F}" sibTransId="{C9B05709-5468-4F07-A3FE-9C3C8F4DC2E3}"/>
    <dgm:cxn modelId="{56BE7FFB-B415-4D0E-9629-3F4CAE25E4E6}" type="presOf" srcId="{F2BCE06B-F4E8-4135-8DE2-5490B58F9D36}" destId="{CE57289D-E447-441B-BA6E-59F92ABED480}" srcOrd="0" destOrd="0" presId="urn:microsoft.com/office/officeart/2005/8/layout/vList5"/>
    <dgm:cxn modelId="{E3C9D23F-ECB0-4C98-96A9-91CC9F705450}" type="presParOf" srcId="{CE57289D-E447-441B-BA6E-59F92ABED480}" destId="{FF410051-7D93-4B9B-BF99-9C2D402372A2}" srcOrd="0" destOrd="0" presId="urn:microsoft.com/office/officeart/2005/8/layout/vList5"/>
    <dgm:cxn modelId="{6D69BD48-69A6-493D-B0B3-7C372FF00972}" type="presParOf" srcId="{FF410051-7D93-4B9B-BF99-9C2D402372A2}" destId="{5E68DD5B-F94B-4CBE-8C34-028ABDD0F227}" srcOrd="0" destOrd="0" presId="urn:microsoft.com/office/officeart/2005/8/layout/vList5"/>
    <dgm:cxn modelId="{3E31E5FE-8917-48EE-AAED-B21701CB5BB3}" type="presParOf" srcId="{FF410051-7D93-4B9B-BF99-9C2D402372A2}" destId="{A7759828-CEB5-4AA0-BE26-D594A29B4360}" srcOrd="1" destOrd="0" presId="urn:microsoft.com/office/officeart/2005/8/layout/vList5"/>
    <dgm:cxn modelId="{B68B29A5-8A95-4978-98CE-2E3045CF4C2F}" type="presParOf" srcId="{CE57289D-E447-441B-BA6E-59F92ABED480}" destId="{95CAA33F-BEEF-4F87-9899-FCDB1CD05EAE}" srcOrd="1" destOrd="0" presId="urn:microsoft.com/office/officeart/2005/8/layout/vList5"/>
    <dgm:cxn modelId="{CF606DBE-C77D-4BB0-AADE-6674472EF61A}" type="presParOf" srcId="{CE57289D-E447-441B-BA6E-59F92ABED480}" destId="{E96753C1-A989-4A5D-A829-3C8FCCF20C8B}" srcOrd="2" destOrd="0" presId="urn:microsoft.com/office/officeart/2005/8/layout/vList5"/>
    <dgm:cxn modelId="{90DC9516-3F2D-4679-9EB2-C746C323CDE5}" type="presParOf" srcId="{E96753C1-A989-4A5D-A829-3C8FCCF20C8B}" destId="{78A9B5E4-4BBB-473D-8EE8-CED438C41A11}" srcOrd="0" destOrd="0" presId="urn:microsoft.com/office/officeart/2005/8/layout/vList5"/>
    <dgm:cxn modelId="{9517836D-280E-4F28-BAAB-CC4B286A9D94}" type="presParOf" srcId="{E96753C1-A989-4A5D-A829-3C8FCCF20C8B}" destId="{25433602-53AC-4DCB-ABD9-8EAC44222CF7}" srcOrd="1" destOrd="0" presId="urn:microsoft.com/office/officeart/2005/8/layout/vList5"/>
    <dgm:cxn modelId="{4FDDD911-9C22-4DA6-9376-C5400B014326}" type="presParOf" srcId="{CE57289D-E447-441B-BA6E-59F92ABED480}" destId="{D47B3D1B-5A36-46AA-ADBF-81DD63017FAA}" srcOrd="3" destOrd="0" presId="urn:microsoft.com/office/officeart/2005/8/layout/vList5"/>
    <dgm:cxn modelId="{55A018B0-79FB-4368-B3F0-AEDB47EF5976}" type="presParOf" srcId="{CE57289D-E447-441B-BA6E-59F92ABED480}" destId="{988F9860-E21B-48E0-9E67-C4625845BA31}" srcOrd="4" destOrd="0" presId="urn:microsoft.com/office/officeart/2005/8/layout/vList5"/>
    <dgm:cxn modelId="{C2EFED91-7B1F-4230-8485-C3DCA79F4E09}" type="presParOf" srcId="{988F9860-E21B-48E0-9E67-C4625845BA31}" destId="{07F290DA-0E73-4318-8540-13589875E44B}" srcOrd="0" destOrd="0" presId="urn:microsoft.com/office/officeart/2005/8/layout/vList5"/>
    <dgm:cxn modelId="{BA14C1B1-464C-4284-8313-596E9FB8EC10}" type="presParOf" srcId="{988F9860-E21B-48E0-9E67-C4625845BA31}" destId="{91B14993-5CAC-4FF0-A676-047D7AF21BF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759828-CEB5-4AA0-BE26-D594A29B4360}">
      <dsp:nvSpPr>
        <dsp:cNvPr id="0" name=""/>
        <dsp:cNvSpPr/>
      </dsp:nvSpPr>
      <dsp:spPr>
        <a:xfrm rot="5400000">
          <a:off x="4108277" y="-1650688"/>
          <a:ext cx="721703" cy="420623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Simulator- Unity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All images of shape [360, 640] with RGB channels</a:t>
          </a:r>
        </a:p>
      </dsp:txBody>
      <dsp:txXfrm rot="-5400000">
        <a:off x="2366010" y="126810"/>
        <a:ext cx="4171008" cy="651241"/>
      </dsp:txXfrm>
    </dsp:sp>
    <dsp:sp modelId="{5E68DD5B-F94B-4CBE-8C34-028ABDD0F227}">
      <dsp:nvSpPr>
        <dsp:cNvPr id="0" name=""/>
        <dsp:cNvSpPr/>
      </dsp:nvSpPr>
      <dsp:spPr>
        <a:xfrm>
          <a:off x="0" y="1366"/>
          <a:ext cx="2366009" cy="902128"/>
        </a:xfrm>
        <a:prstGeom prst="roundRect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Generation</a:t>
          </a:r>
        </a:p>
      </dsp:txBody>
      <dsp:txXfrm>
        <a:off x="44038" y="45404"/>
        <a:ext cx="2277933" cy="814052"/>
      </dsp:txXfrm>
    </dsp:sp>
    <dsp:sp modelId="{25433602-53AC-4DCB-ABD9-8EAC44222CF7}">
      <dsp:nvSpPr>
        <dsp:cNvPr id="0" name=""/>
        <dsp:cNvSpPr/>
      </dsp:nvSpPr>
      <dsp:spPr>
        <a:xfrm rot="5400000">
          <a:off x="4108277" y="-703453"/>
          <a:ext cx="721703" cy="420623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3002 non-rotation and 5236 images with rotation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Labels are of the form: x, y, z, Ɵ (relative to camera)</a:t>
          </a:r>
        </a:p>
      </dsp:txBody>
      <dsp:txXfrm rot="-5400000">
        <a:off x="2366010" y="1074045"/>
        <a:ext cx="4171008" cy="651241"/>
      </dsp:txXfrm>
    </dsp:sp>
    <dsp:sp modelId="{78A9B5E4-4BBB-473D-8EE8-CED438C41A11}">
      <dsp:nvSpPr>
        <dsp:cNvPr id="0" name=""/>
        <dsp:cNvSpPr/>
      </dsp:nvSpPr>
      <dsp:spPr>
        <a:xfrm>
          <a:off x="0" y="948602"/>
          <a:ext cx="2366009" cy="902128"/>
        </a:xfrm>
        <a:prstGeom prst="roundRect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Description</a:t>
          </a:r>
        </a:p>
      </dsp:txBody>
      <dsp:txXfrm>
        <a:off x="44038" y="992640"/>
        <a:ext cx="2277933" cy="814052"/>
      </dsp:txXfrm>
    </dsp:sp>
    <dsp:sp modelId="{91B14993-5CAC-4FF0-A676-047D7AF21BF8}">
      <dsp:nvSpPr>
        <dsp:cNvPr id="0" name=""/>
        <dsp:cNvSpPr/>
      </dsp:nvSpPr>
      <dsp:spPr>
        <a:xfrm rot="5400000">
          <a:off x="4108277" y="243782"/>
          <a:ext cx="721703" cy="420623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Normalization with mean and standard deviation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Augmentation in the form of contrast variations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2366010" y="2021281"/>
        <a:ext cx="4171008" cy="651241"/>
      </dsp:txXfrm>
    </dsp:sp>
    <dsp:sp modelId="{07F290DA-0E73-4318-8540-13589875E44B}">
      <dsp:nvSpPr>
        <dsp:cNvPr id="0" name=""/>
        <dsp:cNvSpPr/>
      </dsp:nvSpPr>
      <dsp:spPr>
        <a:xfrm>
          <a:off x="0" y="1895837"/>
          <a:ext cx="2366009" cy="902128"/>
        </a:xfrm>
        <a:prstGeom prst="roundRect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Pre-processing</a:t>
          </a:r>
        </a:p>
      </dsp:txBody>
      <dsp:txXfrm>
        <a:off x="44038" y="1939875"/>
        <a:ext cx="2277933" cy="8140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19DD4-FF5B-4945-A880-663EEA1614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7DDD80-D1CD-4272-9FB7-ACFA0C96B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EC55A-A00E-4D59-9574-21FCE48FC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68D28-BE05-4523-A8FB-3DB694654C5A}" type="datetimeFigureOut">
              <a:rPr lang="en-US" smtClean="0"/>
              <a:t>12/18/2020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07C65-B744-48FA-B6B8-10A5DCEE1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1021E-8779-4F48-9022-8B19A8DD8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49DF1-C1CC-4103-B2B5-627575F48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695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5B4C2-8EBE-402A-A191-6031F611E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5B87A-6743-4DEF-97B2-2B73D8A43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78A64-4084-4A38-A7CF-DFBCAAB8B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68D28-BE05-4523-A8FB-3DB694654C5A}" type="datetimeFigureOut">
              <a:rPr lang="en-US" smtClean="0"/>
              <a:t>12/18/2020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A74BA-5349-42BF-8A1D-D11C60690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226B2-5944-4204-B00E-85822085F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49DF1-C1CC-4103-B2B5-627575F48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75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4F36E-4763-4DFD-96EF-551216AE3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B3435-0F19-483C-B8E4-61ADB9572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2A454-32D5-420C-93D7-006B28AEA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68D28-BE05-4523-A8FB-3DB694654C5A}" type="datetimeFigureOut">
              <a:rPr lang="en-US" smtClean="0"/>
              <a:t>12/18/2020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65E54-C8B6-402E-8CD2-A8780C640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92B22-D034-4AE6-A02C-87A66CC52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49DF1-C1CC-4103-B2B5-627575F48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417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16D8A-5AA7-4E96-80CA-4795E1E04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7E674-71C7-4CE2-BBC4-B4DEF6D964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4B2744-F12D-41F3-BCF2-8C5EA55A3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9E5DB-8AA6-48B9-95A7-458BEFE9B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68D28-BE05-4523-A8FB-3DB694654C5A}" type="datetimeFigureOut">
              <a:rPr lang="en-US" smtClean="0"/>
              <a:t>12/18/2020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CB885-0736-42BB-9EF3-8A928FE08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FA5FDC-5B84-44B6-888F-20368F2E0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49DF1-C1CC-4103-B2B5-627575F48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720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585E1-0747-4848-AC8B-4E85CFDA7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BB3DE5-F559-4BFA-9323-2FFF11FAE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FF292-CB63-445B-AFDA-7E886DBA3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11A41-0BC5-4376-A111-53C2A1A69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3D5F1A-0330-433F-A6F6-DDBBB916ED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3D73FC-AC7B-4FC0-BCA4-D3F5382F5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68D28-BE05-4523-A8FB-3DB694654C5A}" type="datetimeFigureOut">
              <a:rPr lang="en-US" smtClean="0"/>
              <a:t>12/18/2020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5C24D0-9ACA-44DF-929C-02930E0DE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B8BCF3-E33C-4836-BA44-1304ECFD9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49DF1-C1CC-4103-B2B5-627575F48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382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5D61F-CD03-4AF0-8C08-9BD4DDD6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79DA07-AFEF-4143-AB5D-1E073CA2B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68D28-BE05-4523-A8FB-3DB694654C5A}" type="datetimeFigureOut">
              <a:rPr lang="en-US" smtClean="0"/>
              <a:t>12/18/2020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2CBD4-9634-4CCF-88CA-644908989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097D93-AB2C-48A2-A9D2-9BB9CB7D1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49DF1-C1CC-4103-B2B5-627575F48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244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062D49-D54C-42D1-BB31-7EA31D2EA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68D28-BE05-4523-A8FB-3DB694654C5A}" type="datetimeFigureOut">
              <a:rPr lang="en-US" smtClean="0"/>
              <a:t>12/18/2020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DD384C-CCD3-4FC0-A881-BC4780592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E0511-1C87-4977-9400-F3BD24096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49DF1-C1CC-4103-B2B5-627575F48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534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BDEBF-5CDC-4030-A6DD-C2926E551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5F126-AE8F-4F3A-BFD4-9AF97A4B9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6C00FE-AB60-475A-8E89-A944D42388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7588D-EC47-4AA0-A98D-EE58AB989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68D28-BE05-4523-A8FB-3DB694654C5A}" type="datetimeFigureOut">
              <a:rPr lang="en-US" smtClean="0"/>
              <a:t>12/18/2020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9F9666-95C1-4B2F-8037-D8B71740D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CB8C65-666E-4F84-90D6-416F859CC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49DF1-C1CC-4103-B2B5-627575F48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83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48B2F-E4DD-48DB-9046-B405B2CC3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17CCF9-1CF2-47A9-B90A-DDA5011C50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E3F765-5229-4A56-8835-1E0F06DB0B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877C89-B304-409C-958B-B31F83B16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68D28-BE05-4523-A8FB-3DB694654C5A}" type="datetimeFigureOut">
              <a:rPr lang="en-US" smtClean="0"/>
              <a:t>12/18/2020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69643-8BAB-49B6-84F9-2B2ECAFD7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95F29-1D80-480C-AA3C-E0BDD7C9A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49DF1-C1CC-4103-B2B5-627575F48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22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EC011-C3E6-4BA4-B802-3CDCAA3B1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24D984-35CC-42B6-9963-B8D67DBD5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0909F-7316-428B-82D5-8AC35728D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68D28-BE05-4523-A8FB-3DB694654C5A}" type="datetimeFigureOut">
              <a:rPr lang="en-US" smtClean="0"/>
              <a:t>12/18/2020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CA85F-5C39-4181-A8D4-2E1899466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D94EE-D767-43AA-A85C-B4FE27967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49DF1-C1CC-4103-B2B5-627575F48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55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8D3CEC-0A0A-436B-A605-6A3F7FE246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F23D71-597F-4D89-9F79-7DA10A227E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1FC07-539C-4DF8-87A9-DEF336761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68D28-BE05-4523-A8FB-3DB694654C5A}" type="datetimeFigureOut">
              <a:rPr lang="en-US" smtClean="0"/>
              <a:t>12/18/2020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B8903-2DA7-4BDE-B804-BCC0598BB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90930-57A7-40E6-8B9A-D2662A4A1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49DF1-C1CC-4103-B2B5-627575F48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804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E4E7A1-142A-4014-8BC4-C14B20569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288D5-E68A-4D94-AFE0-DB5C0BB29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1DED8-658C-4D9B-A7F4-DFF4682D93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768D28-BE05-4523-A8FB-3DB694654C5A}" type="datetimeFigureOut">
              <a:rPr lang="en-US" smtClean="0"/>
              <a:t>12/18/2020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5A501-13DF-4C19-B96E-E49399895D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C3052-6595-4DC2-BED2-F4A93ED5B9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49DF1-C1CC-4103-B2B5-627575F48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3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4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66B0F-A71C-4300-BA65-F60A69A136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8984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Pose from Quadrotor Motion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81ED26-63B9-427A-829B-9EF3F78472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4403" y="2771775"/>
            <a:ext cx="9144000" cy="2485007"/>
          </a:xfrm>
        </p:spPr>
        <p:txBody>
          <a:bodyPr>
            <a:normAutofit fontScale="77500" lnSpcReduction="20000"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CIS 680 – Final Project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Elijah Lee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Raymond Bjorkman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Ranjani Narayanan</a:t>
            </a:r>
          </a:p>
        </p:txBody>
      </p:sp>
    </p:spTree>
    <p:extLst>
      <p:ext uri="{BB962C8B-B14F-4D97-AF65-F5344CB8AC3E}">
        <p14:creationId xmlns:p14="http://schemas.microsoft.com/office/powerpoint/2010/main" val="274245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FFE0-A1FE-4556-9633-6A014038B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Generation and Pre-Processing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8D1D41-2330-4420-BCCC-A8971EFECD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9733003"/>
              </p:ext>
            </p:extLst>
          </p:nvPr>
        </p:nvGraphicFramePr>
        <p:xfrm>
          <a:off x="838200" y="974958"/>
          <a:ext cx="6572249" cy="2799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C6C3EE3-A1A0-4899-8F90-3C5EED0825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0138" y="3980108"/>
            <a:ext cx="4167187" cy="2283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E76D08-EB8F-49DD-B67D-60EF83315C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3790" y="902166"/>
            <a:ext cx="3657600" cy="29449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507255-EF97-4054-A8BC-BFA68F6CBE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5700" y="3924209"/>
            <a:ext cx="4333781" cy="28726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DE1310-EC5E-4800-991E-D40564938B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0139" y="6244083"/>
            <a:ext cx="4114160" cy="613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274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319F3-9107-40B8-A0D3-7DC5AC76F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30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 Setup</a:t>
            </a:r>
            <a:endParaRPr lang="en-US" sz="3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57A92-BFD7-44F4-B117-6384CF09E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Perception-action loop</a:t>
            </a: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AD9747-F332-468E-9312-E323CF375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11751"/>
            <a:ext cx="10039350" cy="517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685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CEB41-2098-4109-81BD-92F6DBBD3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5FCBE2-3F2C-464A-9083-12D22A528B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1680" y="1825625"/>
            <a:ext cx="9848639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5C2332-88EE-41EA-BC96-A8283E0EA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449" y="5730875"/>
            <a:ext cx="7277100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936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085D77-1213-4BAD-8F33-57E3EA2E1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5136416" cy="1135737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Validation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D5FB9C3-775F-4CE2-98F9-C68AEE62E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1782981"/>
            <a:ext cx="5136416" cy="439398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Parameters:</a:t>
            </a:r>
          </a:p>
          <a:p>
            <a:pPr marL="457200" indent="-457200">
              <a:buAutoNum type="arabicPeriod"/>
            </a:pPr>
            <a:endParaRPr lang="en-US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</a:t>
            </a:r>
            <a:r>
              <a:rPr 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rate: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1e-4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1/10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5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12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epochs</a:t>
            </a:r>
          </a:p>
          <a:p>
            <a:pPr marL="457200" indent="-457200">
              <a:buAutoNum type="arabicPeriod"/>
            </a:pP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20</a:t>
            </a:r>
          </a:p>
          <a:p>
            <a:pPr marL="457200" indent="-457200">
              <a:buAutoNum type="arabicPeriod"/>
            </a:pP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Adam</a:t>
            </a:r>
          </a:p>
          <a:p>
            <a:pPr marL="457200" indent="-457200">
              <a:buAutoNum type="arabicPeriod"/>
            </a:pP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</a:p>
          <a:p>
            <a:pPr marL="457200" indent="-457200">
              <a:buAutoNum type="arabicPeriod"/>
            </a:pP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Lambda: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250</a:t>
            </a:r>
          </a:p>
          <a:p>
            <a:pPr marL="457200" indent="-457200">
              <a:buAutoNum type="arabicPeriod"/>
            </a:pP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E1CCBAB-B73B-43B3-B640-671A62937F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123132" y="713128"/>
            <a:ext cx="1068867" cy="2126625"/>
            <a:chOff x="10918968" y="713127"/>
            <a:chExt cx="1273032" cy="253283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B1CF92E-2B5D-487A-A899-BB649820A3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7354EA5-24E3-4F7E-933A-53A274ADAA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971A2B-1331-4E59-AAA9-AF6667EE6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42" y="4971629"/>
            <a:ext cx="4998317" cy="5186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6E1669F-A7B0-49DC-9433-ED43CDCFD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377" y="2287816"/>
            <a:ext cx="6179624" cy="222571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DF1D486-A80B-4D0C-94C3-9F14486CF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635" y="-2615"/>
            <a:ext cx="6024365" cy="229043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D5D0468-D920-484D-A210-C4C16EA0FC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4411" y="4575632"/>
            <a:ext cx="6033482" cy="228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871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120</Words>
  <Application>Microsoft Office PowerPoint</Application>
  <PresentationFormat>Widescreen</PresentationFormat>
  <Paragraphs>31</Paragraphs>
  <Slides>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Learning Pose from Quadrotor Motion </vt:lpstr>
      <vt:lpstr>Data Generation and Pre-Processing</vt:lpstr>
      <vt:lpstr>Data Generation Setup</vt:lpstr>
      <vt:lpstr>Model Architecture</vt:lpstr>
      <vt:lpstr>Training and Validation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Pose from Quadrotor Motion </dc:title>
  <dc:creator>Ranjani Narayanan</dc:creator>
  <cp:lastModifiedBy>Ranjani Narayanan</cp:lastModifiedBy>
  <cp:revision>21</cp:revision>
  <dcterms:created xsi:type="dcterms:W3CDTF">2020-12-18T23:59:56Z</dcterms:created>
  <dcterms:modified xsi:type="dcterms:W3CDTF">2020-12-19T04:41:54Z</dcterms:modified>
</cp:coreProperties>
</file>